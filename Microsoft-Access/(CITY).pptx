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F8F3B-6B9C-417F-A3C4-8956206AF70E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6275B-7A2D-4602-9A90-3A22D41F0D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4024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275B-7A2D-4602-9A90-3A22D41F0DAD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51467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F363-7C79-ADD7-949B-D579E47B9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129FA-BF6B-22F9-95AF-E75DFFE27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AE1A6-6B89-7F99-5081-B57FCF50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0FC51-CD2D-DB2F-C4A8-7A1C2B3A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31DAE-13F7-29A9-9AD2-FBF9B5077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907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A49F-51F4-20DD-B4C9-3DA19D10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64203-B8F1-C624-1C97-9982253C2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17ECB-1F44-94B0-641D-301459D63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E1436-6973-2923-0FAF-FA7AEC3B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C77C7-8336-1758-4718-E224DE28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893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42A8B-4B16-1A87-97B1-31FABE80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DAA6E-1037-85F7-69C9-312D0D53F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375A8-DF26-8700-CF3C-14CF88F8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C237A-5168-0E17-7EF8-F149D515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BEAF6-5A24-8A93-D001-6A9DC89C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723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D20A-A3D6-A19D-F045-9496F766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82BB-1039-0877-1F31-1D6542CBC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027A2-31A3-040A-DDFF-46343C1D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86A17-5CEC-0AB2-CF21-67CB9AA5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F5F7F-56A1-85F3-B399-971CB2FF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D4EE4-3005-FD4C-884C-04B3F308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260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3C0E-E4FD-3A5C-2941-DAA26835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BB67B-EB8C-B044-2EE9-6B26DB775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B296A-0150-6126-9FD2-3269E3237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0E259-D622-7C48-B08E-6AD356476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0064B-1CBA-5D90-0DD2-C4FFEF04C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EA48F-ADE6-2597-FBFD-DAC341F9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66212-34E4-86A8-966C-0A38C051C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15ED0-EA21-B8A2-3145-FF9B9BEE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111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7FABF-5CD2-FA64-707A-9B8FAE96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C2AE3-4353-654E-2BA4-67A3222F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6804F-8D2A-6C06-83CD-8E4E8C02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6BDE7-B607-2315-D746-875DB07A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456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4A85F-B78E-BE68-D98F-12BC7844B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4C382-5A9E-7800-C8AC-6F260E92C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4A486-6F28-5C32-24BA-29175C1C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1671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2373-6D33-490A-EA3F-78DCFF56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B3B04-ED75-11C4-3022-CF47E76B2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100F7-762F-26F5-2397-6B323E86C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E9745-4D35-20B2-956B-06BB5283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E3F00-0358-21E0-61F4-C766C54C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7EFAF-EEA5-D8EF-59E3-F59A54711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10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DA29B-16F2-AE65-80CE-0A913A4C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E038FC-7219-083B-8ADE-4D7ED81E14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731CB-A441-A3A6-3E14-8093AC287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49B33-CB37-EA32-0585-8FF0E0CE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E2378-D290-B38E-40C8-6FBE076A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8C22E-B99F-CBA1-179A-4BD3B290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431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EFB5-5F19-2E63-6579-F5D2EE59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F6735-5130-EC41-81BB-BF07E1DFB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23F12-5301-20A2-D003-18A8349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14B6A-E981-AB68-CA98-E7D4EE44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6DD07-3C4E-B7AA-A393-9F58AD9E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5562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9A3513-AC3F-8EFE-2B28-8D843E132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F80BF-3119-10AB-CDD1-24D2F7DF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3F6BE-4382-5C22-2BFE-B124C863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96C15-9385-2795-5BBC-E2963EF8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11179-B13A-7802-24B9-09139DDE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281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A05FE-2B81-A9B6-E78A-B86256A8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19D4E-FC36-A40E-007F-D6C47D780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08602-65EF-AA99-2014-E512C734D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E1BD9-EF0E-C878-C8D6-D3C4DD74E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68818-040D-01E7-4882-8CE47A95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4939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D8ED-0151-1B9D-853B-BA608A9B4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TABLE 1 : STUDENT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747E4-18C2-16B7-914F-1849A3436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10" y="1153470"/>
            <a:ext cx="4650281" cy="1402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8FBBBF-CD6A-6788-F9FA-1EB0863FD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170" y="1153470"/>
            <a:ext cx="2997061" cy="466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2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1E72-EF36-1D37-BAE0-F63D9D93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2500-1B86-3E88-57D0-2B9E403A3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TABLE 2 : CLASS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DDA59-86DB-6F86-E086-0DFCE2C6C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277138"/>
            <a:ext cx="4305820" cy="1578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AF8704-6FF4-2186-A1D5-AE0DA6513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736" y="1277138"/>
            <a:ext cx="3421326" cy="519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5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D71F-592E-ACDD-EB9A-80347C32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61F0-17E5-5B7A-F964-D6095CF3E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TABLE 3 : COURSE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31244-C4F9-BD29-63C9-8ACB31FB5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288673"/>
            <a:ext cx="4542503" cy="12419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18E796-8327-0CBE-1CA3-AB40F20A3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507" y="1111046"/>
            <a:ext cx="3323628" cy="536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26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D7765-A2B0-A3AB-A669-DD5F51440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F1DB-0E26-2C00-009B-678FEC20F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QUERY 1 :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71769C-949A-BFAA-E410-242CF22AF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38" y="1270844"/>
            <a:ext cx="3947228" cy="1473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9501FF-6AC0-92AA-5A8B-F1451E7E1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097" y="1270844"/>
            <a:ext cx="5276324" cy="451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5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EBAD-26C2-B277-5663-DA94CE0A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AFD64-3467-AD0E-31BC-4CDC5BDEB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QUERY 2 :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B9B79-5ACB-55A3-2C72-F943B5053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370434"/>
            <a:ext cx="4331472" cy="1090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72200E-5F9C-884A-9705-5FB97B78D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877" y="1370434"/>
            <a:ext cx="4853800" cy="454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8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0F181-8BD4-10B8-D8E3-1C8A5A68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B3AD-47ED-264E-635B-290571849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QUERY 3 :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37937-7216-1DBD-96A3-9EFF46A17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346269"/>
            <a:ext cx="3960598" cy="15360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B4F31C-4129-FB56-FF19-E3353F1CE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936" y="1346269"/>
            <a:ext cx="4446794" cy="398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2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8F60-A79A-C2BB-4DA4-8DC9700C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07C6-7B4C-4439-DA3A-F4B9C1F36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FORM : STUDENT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FF5AF-771A-6FE7-0CE8-126029C53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5" y="1199536"/>
            <a:ext cx="2895461" cy="49869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AD5BFF-8D25-1AE1-483C-6FF7F61E5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452" y="1199536"/>
            <a:ext cx="3529161" cy="356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1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F0F4-C44F-D487-702D-A647BDA6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7D326-C60E-C6CF-A77B-B0FBFFAB1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REPORT 1 : STUDENT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A2B41-60C0-D315-2E82-5F04CA50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315773"/>
            <a:ext cx="5025883" cy="27202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BED151-0EDE-ADF3-4680-14F0B10FA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315773"/>
            <a:ext cx="5025884" cy="307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67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7184-6623-E4D0-2154-31226B09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F08E-34A6-995D-2AEF-898A58A28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63602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REPORT 2 : QUERY3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2B2EE-D823-0449-4D09-CBCFD334B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2" y="1269628"/>
            <a:ext cx="4592957" cy="2859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C38421-EF99-AD7A-213A-D013DA1CC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394" y="1269628"/>
            <a:ext cx="5254165" cy="242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 PP</Template>
  <TotalTime>140</TotalTime>
  <Words>33</Words>
  <Application>Microsoft Office PowerPoint</Application>
  <PresentationFormat>Widescreen</PresentationFormat>
  <Paragraphs>10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TABLE 1 : STUDENT</vt:lpstr>
      <vt:lpstr>TABLE 2 : CLASS</vt:lpstr>
      <vt:lpstr>TABLE 3 : COURSE</vt:lpstr>
      <vt:lpstr>QUERY 1 :</vt:lpstr>
      <vt:lpstr>QUERY 2 :</vt:lpstr>
      <vt:lpstr>QUERY 3 :</vt:lpstr>
      <vt:lpstr>FORM : STUDENT</vt:lpstr>
      <vt:lpstr>REPORT 1 : STUDENT</vt:lpstr>
      <vt:lpstr>REPORT 2 : QUERY3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city maryam</dc:creator>
  <cp:lastModifiedBy>city maryam</cp:lastModifiedBy>
  <cp:revision>5</cp:revision>
  <dcterms:created xsi:type="dcterms:W3CDTF">2025-09-14T09:17:10Z</dcterms:created>
  <dcterms:modified xsi:type="dcterms:W3CDTF">2025-10-05T11:26:17Z</dcterms:modified>
</cp:coreProperties>
</file>