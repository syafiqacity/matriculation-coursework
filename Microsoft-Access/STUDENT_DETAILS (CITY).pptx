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7" autoAdjust="0"/>
    <p:restoredTop sz="94660"/>
  </p:normalViewPr>
  <p:slideViewPr>
    <p:cSldViewPr snapToGrid="0">
      <p:cViewPr varScale="1">
        <p:scale>
          <a:sx n="78" d="100"/>
          <a:sy n="78" d="100"/>
        </p:scale>
        <p:origin x="787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FF8F3B-6B9C-417F-A3C4-8956206AF70E}" type="datetimeFigureOut">
              <a:rPr lang="en-MY" smtClean="0"/>
              <a:t>5/10/2025</a:t>
            </a:fld>
            <a:endParaRPr lang="en-MY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MY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56275B-7A2D-4602-9A90-3A22D41F0DAD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9740247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56275B-7A2D-4602-9A90-3A22D41F0DAD}" type="slidenum">
              <a:rPr lang="en-MY" smtClean="0"/>
              <a:t>4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4514674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6F363-7C79-ADD7-949B-D579E47B94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3129FA-BF6B-22F9-95AF-E75DFFE277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9AE1A6-6B89-7F99-5081-B57FCF50D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964C-906B-43EE-A09C-AE8DC2A979AB}" type="datetimeFigureOut">
              <a:rPr lang="en-MY" smtClean="0"/>
              <a:t>5/10/2025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C0FC51-CD2D-DB2F-C4A8-7A1C2B3AF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A31DAE-13F7-29A9-9AD2-FBF9B5077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3A5BB-7C7F-47F5-9417-2F833CB8D71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590799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7A49F-51F4-20DD-B4C9-3DA19D108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F64203-B8F1-C624-1C97-9982253C2D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D17ECB-1F44-94B0-641D-301459D63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964C-906B-43EE-A09C-AE8DC2A979AB}" type="datetimeFigureOut">
              <a:rPr lang="en-MY" smtClean="0"/>
              <a:t>5/10/2025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4E1436-6973-2923-0FAF-FA7AEC3BA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4C77C7-8336-1758-4718-E224DE28A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3A5BB-7C7F-47F5-9417-2F833CB8D71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5289386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42A8B-4B16-1A87-97B1-31FABE8016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6DAA6E-1037-85F7-69C9-312D0D53F7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D375A8-DF26-8700-CF3C-14CF88F881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964C-906B-43EE-A09C-AE8DC2A979AB}" type="datetimeFigureOut">
              <a:rPr lang="en-MY" smtClean="0"/>
              <a:t>5/10/2025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4C237A-5168-0E17-7EF8-F149D5152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5BEAF6-5A24-8A93-D001-6A9DC89C4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3A5BB-7C7F-47F5-9417-2F833CB8D71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3472355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AAD20A-A3D6-A19D-F045-9496F7665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4E82BB-1039-0877-1F31-1D6542CBC2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9027A2-31A3-040A-DDFF-46343C1D0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986A17-5CEC-0AB2-CF21-67CB9AA58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964C-906B-43EE-A09C-AE8DC2A979AB}" type="datetimeFigureOut">
              <a:rPr lang="en-MY" smtClean="0"/>
              <a:t>5/10/2025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8F5F7F-56A1-85F3-B399-971CB2FF2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2D4EE4-3005-FD4C-884C-04B3F3080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3A5BB-7C7F-47F5-9417-2F833CB8D71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6826092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B3C0E-E4FD-3A5C-2941-DAA26835C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4BB67B-EB8C-B044-2EE9-6B26DB7758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FB296A-0150-6126-9FD2-3269E3237D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30E259-D622-7C48-B08E-6AD3564761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D0064B-1CBA-5D90-0DD2-C4FFEF04CE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DEA48F-ADE6-2597-FBFD-DAC341F9A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964C-906B-43EE-A09C-AE8DC2A979AB}" type="datetimeFigureOut">
              <a:rPr lang="en-MY" smtClean="0"/>
              <a:t>5/10/2025</a:t>
            </a:fld>
            <a:endParaRPr lang="en-MY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6566212-34E4-86A8-966C-0A38C051C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515ED0-EA21-B8A2-3145-FF9B9BEE6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3A5BB-7C7F-47F5-9417-2F833CB8D71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7011184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7FABF-5CD2-FA64-707A-9B8FAE96A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6C2AE3-4353-654E-2BA4-67A3222FE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964C-906B-43EE-A09C-AE8DC2A979AB}" type="datetimeFigureOut">
              <a:rPr lang="en-MY" smtClean="0"/>
              <a:t>5/10/2025</a:t>
            </a:fld>
            <a:endParaRPr lang="en-MY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A6804F-8D2A-6C06-83CD-8E4E8C02E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06BDE7-B607-2315-D746-875DB07AD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3A5BB-7C7F-47F5-9417-2F833CB8D71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0445684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9B4A85F-B78E-BE68-D98F-12BC7844BA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964C-906B-43EE-A09C-AE8DC2A979AB}" type="datetimeFigureOut">
              <a:rPr lang="en-MY" smtClean="0"/>
              <a:t>5/10/2025</a:t>
            </a:fld>
            <a:endParaRPr lang="en-MY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94C382-5A9E-7800-C8AC-6F260E92C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04A486-6F28-5C32-24BA-29175C1C5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3A5BB-7C7F-47F5-9417-2F833CB8D71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3167166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52373-6D33-490A-EA3F-78DCFF5645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3B3B04-ED75-11C4-3022-CF47E76B2A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4100F7-762F-26F5-2397-6B323E86CC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2E9745-4D35-20B2-956B-06BB52835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964C-906B-43EE-A09C-AE8DC2A979AB}" type="datetimeFigureOut">
              <a:rPr lang="en-MY" smtClean="0"/>
              <a:t>5/10/2025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BE3F00-0358-21E0-61F4-C766C54CBC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A7EFAF-EEA5-D8EF-59E3-F59A547118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3A5BB-7C7F-47F5-9417-2F833CB8D71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281058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DA29B-16F2-AE65-80CE-0A913A4C9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DE038FC-7219-083B-8ADE-4D7ED81E14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B731CB-A441-A3A6-3E14-8093AC2878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F49B33-CB37-EA32-0585-8FF0E0CED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964C-906B-43EE-A09C-AE8DC2A979AB}" type="datetimeFigureOut">
              <a:rPr lang="en-MY" smtClean="0"/>
              <a:t>5/10/2025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AE2378-D290-B38E-40C8-6FBE076A3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E8C22E-B99F-CBA1-179A-4BD3B2905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3A5BB-7C7F-47F5-9417-2F833CB8D71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2743115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4EFB5-5F19-2E63-6579-F5D2EE59C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8F6735-5130-EC41-81BB-BF07E1DFBD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223F12-5301-20A2-D003-18A83494B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964C-906B-43EE-A09C-AE8DC2A979AB}" type="datetimeFigureOut">
              <a:rPr lang="en-MY" smtClean="0"/>
              <a:t>5/10/2025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C14B6A-E981-AB68-CA98-E7D4EE440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E6DD07-3C4E-B7AA-A393-9F58AD9EC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3A5BB-7C7F-47F5-9417-2F833CB8D71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6055629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D9A3513-AC3F-8EFE-2B28-8D843E1323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4F80BF-3119-10AB-CDD1-24D2F7DF72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B3F6BE-4382-5C22-2BFE-B124C8632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964C-906B-43EE-A09C-AE8DC2A979AB}" type="datetimeFigureOut">
              <a:rPr lang="en-MY" smtClean="0"/>
              <a:t>5/10/2025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C96C15-9385-2795-5BBC-E2963EF8A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111179-B13A-7802-24B9-09139DDEA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3A5BB-7C7F-47F5-9417-2F833CB8D71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8128138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CA05FE-2B81-A9B6-E78A-B86256A8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E19D4E-FC36-A40E-007F-D6C47D780D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08602-65EF-AA99-2014-E512C734DD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FA964C-906B-43EE-A09C-AE8DC2A979AB}" type="datetimeFigureOut">
              <a:rPr lang="en-MY" smtClean="0"/>
              <a:t>5/10/2025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BE1BD9-EF0E-C878-C8D6-D3C4DD74E8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468818-040D-01E7-4882-8CE47A9592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F3A5BB-7C7F-47F5-9417-2F833CB8D71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2493917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AD8ED-0151-1B9D-853B-BA608A9B40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5071" y="473434"/>
            <a:ext cx="9144000" cy="558953"/>
          </a:xfrm>
        </p:spPr>
        <p:txBody>
          <a:bodyPr>
            <a:noAutofit/>
          </a:bodyPr>
          <a:lstStyle/>
          <a:p>
            <a:pPr algn="l"/>
            <a:r>
              <a:rPr lang="en-US" sz="4000" b="1" dirty="0"/>
              <a:t>TABLE 1 : STUDENT</a:t>
            </a:r>
            <a:endParaRPr lang="en-MY" sz="40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BD747E4-18C2-16B7-914F-1849A3436C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910" y="1153470"/>
            <a:ext cx="4650281" cy="140291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B8FBBBF-CD6A-6788-F9FA-1EB0863FD3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2170" y="1153470"/>
            <a:ext cx="2997061" cy="4665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43266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8E1E72-EF36-1D37-BAE0-F63D9D93F1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22500-1B86-3E88-57D0-2B9E403A32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5071" y="473434"/>
            <a:ext cx="9144000" cy="558953"/>
          </a:xfrm>
        </p:spPr>
        <p:txBody>
          <a:bodyPr>
            <a:noAutofit/>
          </a:bodyPr>
          <a:lstStyle/>
          <a:p>
            <a:pPr algn="l"/>
            <a:r>
              <a:rPr lang="en-US" sz="4000" b="1" dirty="0"/>
              <a:t>TABLE 2 : CLASS</a:t>
            </a:r>
            <a:endParaRPr lang="en-MY" sz="40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0DDA59-86DB-6F86-E086-0DFCE2C6C1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071" y="1277138"/>
            <a:ext cx="4305820" cy="157854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4AF8704-6FF4-2186-A1D5-AE0DA65135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9736" y="1277138"/>
            <a:ext cx="3421326" cy="5191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21576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66D71F-592E-ACDD-EB9A-80347C3227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361F0-17E5-5B7A-F964-D6095CF3E7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5071" y="473434"/>
            <a:ext cx="9144000" cy="558953"/>
          </a:xfrm>
        </p:spPr>
        <p:txBody>
          <a:bodyPr>
            <a:noAutofit/>
          </a:bodyPr>
          <a:lstStyle/>
          <a:p>
            <a:pPr algn="l"/>
            <a:r>
              <a:rPr lang="en-US" sz="4000" b="1" dirty="0"/>
              <a:t>TABLE 3 : COURSE</a:t>
            </a:r>
            <a:endParaRPr lang="en-MY" sz="40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A31244-C4F9-BD29-63C9-8ACB31FB54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071" y="1288673"/>
            <a:ext cx="4542503" cy="124198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818E796-8327-0CBE-1CA3-AB40F20A34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6507" y="1111046"/>
            <a:ext cx="3323628" cy="5368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4268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BD7765-A2B0-A3AB-A669-DD5F51440E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F1DB-0E26-2C00-009B-678FEC20FF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5071" y="473434"/>
            <a:ext cx="9144000" cy="558953"/>
          </a:xfrm>
        </p:spPr>
        <p:txBody>
          <a:bodyPr>
            <a:noAutofit/>
          </a:bodyPr>
          <a:lstStyle/>
          <a:p>
            <a:pPr algn="l"/>
            <a:r>
              <a:rPr lang="en-US" sz="4000" b="1" dirty="0"/>
              <a:t>QUERY 1 :</a:t>
            </a:r>
            <a:endParaRPr lang="en-MY" sz="40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871769C-949A-BFAA-E410-242CF22AF2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9238" y="1270844"/>
            <a:ext cx="3947228" cy="147353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D9501FF-6AC0-92AA-5A8B-F1451E7E10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1097" y="1270844"/>
            <a:ext cx="5276324" cy="4510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47556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79EBAD-26C2-B277-5663-DA94CE0A23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AFD64-3467-AD0E-31BC-4CDC5BDEBB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5071" y="473434"/>
            <a:ext cx="9144000" cy="558953"/>
          </a:xfrm>
        </p:spPr>
        <p:txBody>
          <a:bodyPr>
            <a:noAutofit/>
          </a:bodyPr>
          <a:lstStyle/>
          <a:p>
            <a:pPr algn="l"/>
            <a:r>
              <a:rPr lang="en-US" sz="4000" b="1" dirty="0"/>
              <a:t>QUERY 2 :</a:t>
            </a:r>
            <a:endParaRPr lang="en-MY" sz="40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8B9B79-5ACB-55A3-2C72-F943B50539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071" y="1370434"/>
            <a:ext cx="4331472" cy="109083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C72200E-5F9C-884A-9705-5FB97B78D0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2877" y="1370434"/>
            <a:ext cx="4853800" cy="4541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3896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70F181-8BD4-10B8-D8E3-1C8A5A687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2B3AD-47ED-264E-635B-2905718497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5071" y="473434"/>
            <a:ext cx="9144000" cy="558953"/>
          </a:xfrm>
        </p:spPr>
        <p:txBody>
          <a:bodyPr>
            <a:noAutofit/>
          </a:bodyPr>
          <a:lstStyle/>
          <a:p>
            <a:pPr algn="l"/>
            <a:r>
              <a:rPr lang="en-US" sz="4000" b="1" dirty="0"/>
              <a:t>QUERY 3 :</a:t>
            </a:r>
            <a:endParaRPr lang="en-MY" sz="40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B37937-7216-1DBD-96A3-9EFF46A170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071" y="1346269"/>
            <a:ext cx="3960598" cy="153604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7B4F31C-4129-FB56-FF19-E3353F1CE5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2936" y="1346269"/>
            <a:ext cx="4446794" cy="3985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39259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0D8F60-A79A-C2BB-4DA4-8DC9700CB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B07C6-7B4C-4439-DA3A-F4B9C1F36B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5071" y="473434"/>
            <a:ext cx="9144000" cy="558953"/>
          </a:xfrm>
        </p:spPr>
        <p:txBody>
          <a:bodyPr>
            <a:noAutofit/>
          </a:bodyPr>
          <a:lstStyle/>
          <a:p>
            <a:pPr algn="l"/>
            <a:r>
              <a:rPr lang="en-US" sz="4000" b="1" dirty="0"/>
              <a:t>FORM : STUDENT</a:t>
            </a:r>
            <a:endParaRPr lang="en-MY" sz="40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CFF5AF-771A-6FE7-0CE8-126029C53B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225" y="1199536"/>
            <a:ext cx="2895461" cy="49869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8AD5BFF-8D25-1AE1-483C-6FF7F61E53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2452" y="1199536"/>
            <a:ext cx="3529161" cy="3568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16199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93F0F4-C44F-D487-702D-A647BDA66E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97D326-C60E-C6CF-A77B-B0FBFFAB1B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5071" y="473434"/>
            <a:ext cx="9144000" cy="558953"/>
          </a:xfrm>
        </p:spPr>
        <p:txBody>
          <a:bodyPr>
            <a:noAutofit/>
          </a:bodyPr>
          <a:lstStyle/>
          <a:p>
            <a:pPr algn="l"/>
            <a:r>
              <a:rPr lang="en-US" sz="4000" b="1" dirty="0"/>
              <a:t>REPORT 1 : STUDENT</a:t>
            </a:r>
            <a:endParaRPr lang="en-MY" sz="40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EA2B41-60C0-D315-2E82-5F04CA5011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071" y="1315773"/>
            <a:ext cx="5025883" cy="272029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0BED151-0EDE-ADF3-4680-14F0B10FAD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1" y="1315773"/>
            <a:ext cx="5025884" cy="3075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42670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8B7184-6623-E4D0-2154-31226B09DA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DF08E-34A6-995D-2AEF-898A58A285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5071" y="463602"/>
            <a:ext cx="9144000" cy="558953"/>
          </a:xfrm>
        </p:spPr>
        <p:txBody>
          <a:bodyPr>
            <a:noAutofit/>
          </a:bodyPr>
          <a:lstStyle/>
          <a:p>
            <a:pPr algn="l"/>
            <a:r>
              <a:rPr lang="en-US" sz="4000" b="1" dirty="0"/>
              <a:t>REPORT 2 : QUERY3</a:t>
            </a:r>
            <a:endParaRPr lang="en-MY" sz="40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A2B2EE-D823-0449-4D09-CBCFD334B7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922" y="1269628"/>
            <a:ext cx="4592957" cy="285934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6C38421-EF99-AD7A-213A-D013DA1CCB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5394" y="1269628"/>
            <a:ext cx="5254165" cy="2428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5446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 PP</Template>
  <TotalTime>142</TotalTime>
  <Words>33</Words>
  <Application>Microsoft Office PowerPoint</Application>
  <PresentationFormat>Widescreen</PresentationFormat>
  <Paragraphs>10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TABLE 1 : STUDENT</vt:lpstr>
      <vt:lpstr>TABLE 2 : CLASS</vt:lpstr>
      <vt:lpstr>TABLE 3 : COURSE</vt:lpstr>
      <vt:lpstr>QUERY 1 :</vt:lpstr>
      <vt:lpstr>QUERY 2 :</vt:lpstr>
      <vt:lpstr>QUERY 3 :</vt:lpstr>
      <vt:lpstr>FORM : STUDENT</vt:lpstr>
      <vt:lpstr>REPORT 1 : STUDENT</vt:lpstr>
      <vt:lpstr>REPORT 2 : QUERY3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city maryam</dc:creator>
  <cp:lastModifiedBy>city maryam</cp:lastModifiedBy>
  <cp:revision>5</cp:revision>
  <dcterms:created xsi:type="dcterms:W3CDTF">2025-09-14T09:17:10Z</dcterms:created>
  <dcterms:modified xsi:type="dcterms:W3CDTF">2025-10-05T11:28:05Z</dcterms:modified>
</cp:coreProperties>
</file>