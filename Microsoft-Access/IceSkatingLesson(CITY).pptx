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7" autoAdjust="0"/>
    <p:restoredTop sz="94660"/>
  </p:normalViewPr>
  <p:slideViewPr>
    <p:cSldViewPr snapToGrid="0">
      <p:cViewPr varScale="1">
        <p:scale>
          <a:sx n="71" d="100"/>
          <a:sy n="71" d="100"/>
        </p:scale>
        <p:origin x="1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FF8F3B-6B9C-417F-A3C4-8956206AF70E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6275B-7A2D-4602-9A90-3A22D41F0D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74024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275B-7A2D-4602-9A90-3A22D41F0DAD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51467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F363-7C79-ADD7-949B-D579E47B9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3129FA-BF6B-22F9-95AF-E75DFFE27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AE1A6-6B89-7F99-5081-B57FCF50D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0FC51-CD2D-DB2F-C4A8-7A1C2B3A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31DAE-13F7-29A9-9AD2-FBF9B5077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9079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7A49F-51F4-20DD-B4C9-3DA19D108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64203-B8F1-C624-1C97-9982253C2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17ECB-1F44-94B0-641D-301459D63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E1436-6973-2923-0FAF-FA7AEC3BA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C77C7-8336-1758-4718-E224DE28A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2893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42A8B-4B16-1A87-97B1-31FABE801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DAA6E-1037-85F7-69C9-312D0D53F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375A8-DF26-8700-CF3C-14CF88F8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C237A-5168-0E17-7EF8-F149D5152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BEAF6-5A24-8A93-D001-6A9DC89C4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7235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AD20A-A3D6-A19D-F045-9496F766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E82BB-1039-0877-1F31-1D6542CBC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027A2-31A3-040A-DDFF-46343C1D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86A17-5CEC-0AB2-CF21-67CB9AA5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F5F7F-56A1-85F3-B399-971CB2FF2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D4EE4-3005-FD4C-884C-04B3F3080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82609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B3C0E-E4FD-3A5C-2941-DAA26835C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BB67B-EB8C-B044-2EE9-6B26DB775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B296A-0150-6126-9FD2-3269E3237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0E259-D622-7C48-B08E-6AD356476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D0064B-1CBA-5D90-0DD2-C4FFEF04C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DEA48F-ADE6-2597-FBFD-DAC341F9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566212-34E4-86A8-966C-0A38C051C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515ED0-EA21-B8A2-3145-FF9B9BEE6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0111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7FABF-5CD2-FA64-707A-9B8FAE96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C2AE3-4353-654E-2BA4-67A3222F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6804F-8D2A-6C06-83CD-8E4E8C02E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6BDE7-B607-2315-D746-875DB07AD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44568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B4A85F-B78E-BE68-D98F-12BC7844B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94C382-5A9E-7800-C8AC-6F260E92C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4A486-6F28-5C32-24BA-29175C1C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16716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2373-6D33-490A-EA3F-78DCFF564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B3B04-ED75-11C4-3022-CF47E76B2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4100F7-762F-26F5-2397-6B323E86C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2E9745-4D35-20B2-956B-06BB52835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E3F00-0358-21E0-61F4-C766C54CB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7EFAF-EEA5-D8EF-59E3-F59A54711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810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DA29B-16F2-AE65-80CE-0A913A4C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E038FC-7219-083B-8ADE-4D7ED81E14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731CB-A441-A3A6-3E14-8093AC287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49B33-CB37-EA32-0585-8FF0E0CED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E2378-D290-B38E-40C8-6FBE076A3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8C22E-B99F-CBA1-179A-4BD3B2905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7431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EFB5-5F19-2E63-6579-F5D2EE59C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F6735-5130-EC41-81BB-BF07E1DFB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23F12-5301-20A2-D003-18A8349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14B6A-E981-AB68-CA98-E7D4EE440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6DD07-3C4E-B7AA-A393-9F58AD9E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05562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9A3513-AC3F-8EFE-2B28-8D843E1323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F80BF-3119-10AB-CDD1-24D2F7DF7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3F6BE-4382-5C22-2BFE-B124C863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96C15-9385-2795-5BBC-E2963EF8A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11179-B13A-7802-24B9-09139DDE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1281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CA05FE-2B81-A9B6-E78A-B86256A8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19D4E-FC36-A40E-007F-D6C47D780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08602-65EF-AA99-2014-E512C734DD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E1BD9-EF0E-C878-C8D6-D3C4DD74E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68818-040D-01E7-4882-8CE47A959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49391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AD8ED-0151-1B9D-853B-BA608A9B4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TABLE 1 : MACHINE</a:t>
            </a:r>
            <a:endParaRPr lang="en-MY" sz="4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60D40C-C75C-6A4D-9E50-8D7D73EFE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53" y="1221653"/>
            <a:ext cx="5921253" cy="1844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1FC8D0-B9FA-FDEF-91F3-B4169DFAD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278" y="1221653"/>
            <a:ext cx="4393735" cy="515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32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1E72-EF36-1D37-BAE0-F63D9D93F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22500-1B86-3E88-57D0-2B9E403A3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TABLE 2 : TRANSACTION</a:t>
            </a:r>
            <a:endParaRPr lang="en-MY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9D35C5-7DE5-DEAA-3154-1C2CA2F4B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38" y="1361365"/>
            <a:ext cx="5679198" cy="14631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37629A-7743-3F61-15DA-A4B7ED3FB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263" y="1361365"/>
            <a:ext cx="3101808" cy="456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57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6D71F-592E-ACDD-EB9A-80347C322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361F0-17E5-5B7A-F964-D6095CF3E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TABLE 3 : PRODUCTS</a:t>
            </a:r>
            <a:endParaRPr lang="en-MY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2A8B40-4D4E-13A1-C3CE-FCE87E98B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1368953"/>
            <a:ext cx="5553169" cy="2060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A93B81-4BBC-542F-9C56-EFD705979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106" y="1368953"/>
            <a:ext cx="3712325" cy="449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426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D7765-A2B0-A3AB-A669-DD5F51440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F1DB-0E26-2C00-009B-678FEC20F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QUERY 1 :</a:t>
            </a:r>
            <a:endParaRPr lang="en-MY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49EEBA-41BE-1B7C-C567-8C80B5BBB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71" y="1279974"/>
            <a:ext cx="3985605" cy="2149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0FA736-3853-2C12-4A50-A8DBD815E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930" y="1191714"/>
            <a:ext cx="4849141" cy="439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55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9EBAD-26C2-B277-5663-DA94CE0A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AFD64-3467-AD0E-31BC-4CDC5BDEB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QUERY 2 :</a:t>
            </a:r>
            <a:endParaRPr lang="en-MY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1A2B86-2568-9714-6146-F21296AC3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1290247"/>
            <a:ext cx="4054191" cy="1676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DF9B3C-1097-264D-E65A-B1E2BE0BA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071" y="1290247"/>
            <a:ext cx="4572000" cy="423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8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0F181-8BD4-10B8-D8E3-1C8A5A68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B3AD-47ED-264E-635B-290571849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QUERY 3 :</a:t>
            </a:r>
            <a:endParaRPr lang="en-MY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8ECB7B-266C-F5D6-AFE2-837167E50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1429972"/>
            <a:ext cx="4046571" cy="1112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A19E52-3DB1-AF80-F4B3-DD9769115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610" y="1429971"/>
            <a:ext cx="4733523" cy="438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925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8F60-A79A-C2BB-4DA4-8DC9700CB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07C6-7B4C-4439-DA3A-F4B9C1F36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FORM : PRODUCTS</a:t>
            </a:r>
            <a:endParaRPr lang="en-MY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6F6A27-E3A5-5710-7050-9F35105D9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1378955"/>
            <a:ext cx="3107649" cy="4442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B39EBC-0706-D23F-C360-296238BF3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000" y="1431709"/>
            <a:ext cx="4153260" cy="33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619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F0F4-C44F-D487-702D-A647BDA66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7D326-C60E-C6CF-A77B-B0FBFFAB1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REPORT 1 : QUERY1</a:t>
            </a:r>
            <a:endParaRPr lang="en-MY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C87C0E-1B38-73FF-CAD8-78A068750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1338018"/>
            <a:ext cx="5302959" cy="28584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76DBD4-4B60-053F-277F-A95ABADC4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71" y="4502060"/>
            <a:ext cx="4195693" cy="145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67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7184-6623-E4D0-2154-31226B09D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DF08E-34A6-995D-2AEF-898A58A28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REPORT 2 : QUERY2</a:t>
            </a:r>
            <a:endParaRPr lang="en-MY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7985CF-DECE-6491-8EA8-09B8F33D0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11" y="1347661"/>
            <a:ext cx="6001008" cy="27181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B13F2F-4BB5-8ED3-9CC1-E714017D5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70" y="4065801"/>
            <a:ext cx="5332930" cy="187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44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3E97B-8CE4-BA48-2310-20A1D4F8A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EF482-D2E8-DE3F-B745-D77FA0C5E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REPORT 3 : QUERY3</a:t>
            </a:r>
            <a:endParaRPr lang="en-MY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8D8766-DA74-8DAE-61EB-995ACB5F3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70" y="1407052"/>
            <a:ext cx="5435430" cy="19545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9CF6E9-9777-9529-AEE3-3171AA8CC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70" y="3625887"/>
            <a:ext cx="6128157" cy="227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128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 PP</Template>
  <TotalTime>91</TotalTime>
  <Words>37</Words>
  <Application>Microsoft Office PowerPoint</Application>
  <PresentationFormat>Widescreen</PresentationFormat>
  <Paragraphs>11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TABLE 1 : MACHINE</vt:lpstr>
      <vt:lpstr>TABLE 2 : TRANSACTION</vt:lpstr>
      <vt:lpstr>TABLE 3 : PRODUCTS</vt:lpstr>
      <vt:lpstr>QUERY 1 :</vt:lpstr>
      <vt:lpstr>QUERY 2 :</vt:lpstr>
      <vt:lpstr>QUERY 3 :</vt:lpstr>
      <vt:lpstr>FORM : PRODUCTS</vt:lpstr>
      <vt:lpstr>REPORT 1 : QUERY1</vt:lpstr>
      <vt:lpstr>REPORT 2 : QUERY2</vt:lpstr>
      <vt:lpstr>REPORT 3 : QUERY3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city maryam</dc:creator>
  <cp:lastModifiedBy>city maryam</cp:lastModifiedBy>
  <cp:revision>4</cp:revision>
  <dcterms:created xsi:type="dcterms:W3CDTF">2025-09-14T09:17:10Z</dcterms:created>
  <dcterms:modified xsi:type="dcterms:W3CDTF">2025-10-05T10:37:01Z</dcterms:modified>
</cp:coreProperties>
</file>